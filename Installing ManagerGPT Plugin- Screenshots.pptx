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70" r:id="rId2"/>
    <p:sldId id="271" r:id="rId3"/>
    <p:sldId id="268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9" r:id="rId14"/>
    <p:sldId id="273" r:id="rId15"/>
    <p:sldId id="272" r:id="rId16"/>
    <p:sldId id="274" r:id="rId17"/>
    <p:sldId id="275" r:id="rId18"/>
    <p:sldId id="276" r:id="rId19"/>
    <p:sldId id="277" r:id="rId20"/>
    <p:sldId id="278" r:id="rId21"/>
    <p:sldId id="279" r:id="rId22"/>
    <p:sldId id="281" r:id="rId23"/>
    <p:sldId id="282" r:id="rId24"/>
    <p:sldId id="283" r:id="rId25"/>
    <p:sldId id="284" r:id="rId26"/>
    <p:sldId id="285" r:id="rId27"/>
    <p:sldId id="28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726"/>
    <p:restoredTop sz="94643"/>
  </p:normalViewPr>
  <p:slideViewPr>
    <p:cSldViewPr snapToGrid="0">
      <p:cViewPr varScale="1">
        <p:scale>
          <a:sx n="79" d="100"/>
          <a:sy n="79" d="100"/>
        </p:scale>
        <p:origin x="208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21FFBD-D25B-A740-A25D-698C2A34A14F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356D69-0E67-9A46-9165-5AE2513A5F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099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6E0C7-2E66-C90F-FA4D-3BAA86138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B23EE0-594F-CA06-42A8-6A763D0D3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0BA9D6-53C3-655B-7E75-657072C82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BFAA12-021E-FC8F-5A6E-538554DC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94774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19525-2E23-9CD5-6932-2F4B4C8C7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707BBA-2E72-FDE0-2017-513E9186C1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A0F51-DE46-3ABB-42C0-F0DDB0744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96E3C-A628-BD5D-8D56-F2C8B6B86F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0317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D7C1B-4C87-1A5B-69BE-581DA542C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D57A50-0E68-1328-0CC3-7ABFAB4FCF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5B109A-B520-52EC-4A89-F28FE380D4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8CD523-8673-E3E0-93D8-A5B09A6237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49147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2285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0BF90-646A-9F7C-2434-30DD92322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A01D908-7C52-856F-E4EB-C9F4EAA70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B3CB0C-0072-30E7-5496-B18D96723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66A18-B3A7-E973-1BB6-C216AE5AC8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44327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codex plugin add </a:t>
            </a:r>
            <a:r>
              <a:rPr lang="en-US" dirty="0" err="1"/>
              <a:t>managergpt@managergpt-marketplace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19351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4682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96087-D443-B4DB-2C92-16A30663AF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39F76-C51A-BE49-5CC3-9D7D77CD17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D023CA-8114-F6A9-5D6D-3B88090A37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5847D1-5287-F9BD-9C09-EB51B5AFC2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8630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D46D7B-E014-87A2-FDF2-F70FAC4EC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A68E51-DA2F-C40A-1EF0-C08D547A27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5D568E-3C02-5223-90DF-3510A2CDC7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40EBE5-8D1A-6697-AA8E-F96D88B64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698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83A12-A6E6-DAB3-31A4-39B9146E51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2373C-63BB-F251-0364-60F43C450C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AA512-8E1C-0076-26D9-E3E4CC9339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113FFF-A95B-5120-4164-D19898A9E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29850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54574-68BD-CEB9-8BAA-2681291C7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71538-521B-A9AE-66B5-8EFD00DCE1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D79103-D8B4-31EF-C159-6FB91252A1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959AB2-A9FB-CBFB-2D7C-D4F1256942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356D69-0E67-9A46-9165-5AE2513A5F3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745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ABCAA-3D57-4019-A063-9BF3DD92EF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09DBFE1-DA85-0159-B11B-1F2E93FC75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0A80D9-9C83-D0DE-2E2F-C67D5DB26D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BF16EB-F417-7F43-B6A6-3C7019D08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EE18-9C89-9DE2-FD37-73E10A526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636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CC73-7947-EEB7-63BA-E8E16EC9E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B75141-2799-6346-E945-2B31CAD96D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46A84D-96B7-3154-23C4-AD0086EB51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B38491-3CF7-B0D2-C444-9F1AAADFD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1E7ADC-D7BF-B26A-B5A7-755861268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23043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B294E-0961-A519-4CFC-B64ACA6C2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03CB49-08F3-1B26-42AD-2EBE4BF328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325A3C-90BB-E4F1-6657-EF5D28DBDE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74D86-CB6D-3E0B-CA66-D11142473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0954-43EE-0B4D-AE1E-6152744E6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8688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41E92-770D-81C8-7422-E31306E1A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B8BE22-F781-1AD4-94AE-D105683EE7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A45726-6018-3888-387D-89C7B3546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6B91E2-F4B3-2477-F0DB-7A66CA60E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94A51D-B4E2-4AA8-B0BB-A59A362BE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1BEBB6-830A-612F-F874-B726E1171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869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0BB457-9564-463D-1A48-41FF2062A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A6F8F8-4799-5EE3-1BC2-2A25CD1692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5DD434-3B20-AFCD-B83F-54960DA26B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3AC75B-EB64-0655-69C8-5C4A3CA10D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F45A31-4756-B031-293B-7B30871F7B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8BB812-2EA3-C02F-A425-BEA367A97D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37B38B-4FDF-FB29-A050-824C1795E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E500E3E-95EE-568A-3031-53722AAFA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786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E3927-0EC0-177E-8610-459E1370C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F0493A-61A4-7AF5-678C-FFA2B362B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A116706-1C5F-4A05-32C8-BC3C1DC3B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6F4436-D39A-AF4F-B23A-ABE85DEA2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36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7C67A0-D312-5A83-AC49-4B593D8B70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E0A3894-7C2D-371C-E02F-4D156F12A6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592C4-CB3F-41FC-D3C6-5385874D90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5862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E04AB-7C48-466E-FE5A-B93EC4AEDE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60725E-27BB-7B5E-354A-AF21C9B1A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D6E5B0-D075-70A5-1696-389424EBAA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1CC76C-1870-7122-3DCE-5C58CE162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68FB1D-D698-8374-EE5B-492E558C3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84A676-D443-C25D-4FD2-48BFF18004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3271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405D8-7D06-6B60-6BDC-5E96DE8D1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5CDEC76-118E-3050-A8D2-F50531BBE5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8F1474-687F-B16B-C46B-FEC917225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1EA262-3FC9-D38A-17FE-F52127C06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F199A0-188E-B5AF-6A1C-BB7F4C160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8D93BE-D1AF-A3F1-E4A1-86713B137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896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47ABA-EA23-E4B1-91F4-794B0DA9E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58F6045-E905-E797-CBD5-3829B29CCE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EE0835-70CD-DA73-EE89-FF18F86728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6B6990-7957-BA15-EEF1-C0E65D2D4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FA9073-D3EF-92E5-1314-BF59848A2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230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A17B05-C7E3-DFC8-099C-9455F72C4E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ED5482-C38F-A324-50E8-6F16817580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063F67-2951-672F-884A-C90E19A7D8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ADE11-C6FD-9968-3920-15691EF27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C9324B-75CB-1EC2-7207-7774406E3A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8246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61B77A5-7D29-AB52-9DB0-04DBA0BC1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1A5747-E4E1-95CD-8838-593CFB61E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BCDB3E-FF7A-1028-8A3E-410EB81680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97FBDFB-1F23-B446-A0D5-6569F0562DB8}" type="datetimeFigureOut">
              <a:rPr lang="en-US" smtClean="0"/>
              <a:t>6/12/26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73FD53-8E45-B624-004D-72EDE09600E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767EBC-D2E7-E9B8-2B6E-13C5E881B1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759AF6-264D-3741-8801-1CD1306B99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99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EFE1E9-A4CF-BAAB-D939-B557E5758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0569F7A1-90D0-D76F-492F-C939E54D7A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E8F941-0F4D-BC20-B5B1-71DFE141F183}"/>
              </a:ext>
            </a:extLst>
          </p:cNvPr>
          <p:cNvSpPr txBox="1"/>
          <p:nvPr/>
        </p:nvSpPr>
        <p:spPr>
          <a:xfrm>
            <a:off x="3153559" y="2189018"/>
            <a:ext cx="5884881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800" dirty="0"/>
              <a:t>In Claude </a:t>
            </a:r>
            <a:r>
              <a:rPr lang="en-US" sz="5800" dirty="0" err="1"/>
              <a:t>Cowork</a:t>
            </a:r>
            <a:endParaRPr lang="en-US" sz="5800" dirty="0"/>
          </a:p>
        </p:txBody>
      </p:sp>
    </p:spTree>
    <p:extLst>
      <p:ext uri="{BB962C8B-B14F-4D97-AF65-F5344CB8AC3E}">
        <p14:creationId xmlns:p14="http://schemas.microsoft.com/office/powerpoint/2010/main" val="1939408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BA7F0D-7EF5-D2C9-4A0A-E0C3AE40C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E1F09F2-FA7D-34C8-0C02-2C1209DB37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86CDB02-E60A-D11E-D5BE-27113BC31E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865" b="8603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7254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1DD6BF-5E88-0250-E776-6C1E3B52A7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5D87B7-8B23-021A-7734-03D1F54748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413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5FE07B-4B7E-1BE1-E0CD-C1AFFEF0226F}"/>
              </a:ext>
            </a:extLst>
          </p:cNvPr>
          <p:cNvCxnSpPr>
            <a:cxnSpLocks/>
          </p:cNvCxnSpPr>
          <p:nvPr/>
        </p:nvCxnSpPr>
        <p:spPr>
          <a:xfrm flipH="1">
            <a:off x="2239108" y="1312985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831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627915-C1E5-C99B-F18E-DE7E3561BF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8016D3A-493A-898B-0FE5-A9F02EFEA3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477" b="999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BE37414-207B-69AF-CAE3-DFBE1DD72CCC}"/>
              </a:ext>
            </a:extLst>
          </p:cNvPr>
          <p:cNvCxnSpPr>
            <a:cxnSpLocks/>
          </p:cNvCxnSpPr>
          <p:nvPr/>
        </p:nvCxnSpPr>
        <p:spPr>
          <a:xfrm flipH="1" flipV="1">
            <a:off x="2813538" y="1617785"/>
            <a:ext cx="2004647" cy="1137138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976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6D3066-B687-D12A-68CE-82176DCF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FA77548-DC76-A108-0642-8C1BE942710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090" b="10377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F74ABB3-EAE4-73C3-4DD3-BD889733A14F}"/>
              </a:ext>
            </a:extLst>
          </p:cNvPr>
          <p:cNvCxnSpPr>
            <a:cxnSpLocks/>
          </p:cNvCxnSpPr>
          <p:nvPr/>
        </p:nvCxnSpPr>
        <p:spPr>
          <a:xfrm flipH="1">
            <a:off x="4196862" y="844062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1443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67B68-A84F-42C0-B7CE-ED221512E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E6033D3-9416-E95D-6C7B-1054437021D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13" b="8155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8C597D5-E4B8-3D19-7E25-CCAB7538EEB8}"/>
              </a:ext>
            </a:extLst>
          </p:cNvPr>
          <p:cNvCxnSpPr>
            <a:cxnSpLocks/>
          </p:cNvCxnSpPr>
          <p:nvPr/>
        </p:nvCxnSpPr>
        <p:spPr>
          <a:xfrm flipH="1">
            <a:off x="5146431" y="2368062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32195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339B4F-1069-721D-6671-89525AE1C7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3DD175-40A2-D7DE-60C2-6C47CF666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468"/>
          <a:stretch>
            <a:fillRect/>
          </a:stretch>
        </p:blipFill>
        <p:spPr>
          <a:xfrm>
            <a:off x="820616" y="772653"/>
            <a:ext cx="10820400" cy="60853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4C96BA2-0D34-C207-0D84-FD0829A01930}"/>
              </a:ext>
            </a:extLst>
          </p:cNvPr>
          <p:cNvSpPr txBox="1"/>
          <p:nvPr/>
        </p:nvSpPr>
        <p:spPr>
          <a:xfrm>
            <a:off x="2766646" y="201661"/>
            <a:ext cx="72639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Copy/paste: https://</a:t>
            </a:r>
            <a:r>
              <a:rPr lang="en-US" dirty="0" err="1"/>
              <a:t>github.com</a:t>
            </a:r>
            <a:r>
              <a:rPr lang="en-US" dirty="0"/>
              <a:t>/jackcohen10/</a:t>
            </a:r>
            <a:r>
              <a:rPr lang="en-US" dirty="0" err="1"/>
              <a:t>managergpt</a:t>
            </a:r>
            <a:r>
              <a:rPr lang="en-US" dirty="0"/>
              <a:t>-marketplace</a:t>
            </a:r>
          </a:p>
        </p:txBody>
      </p:sp>
    </p:spTree>
    <p:extLst>
      <p:ext uri="{BB962C8B-B14F-4D97-AF65-F5344CB8AC3E}">
        <p14:creationId xmlns:p14="http://schemas.microsoft.com/office/powerpoint/2010/main" val="20589573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758EFE-CF24-2F32-025A-77529D4F9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D35F798-CDC7-69E6-4CEC-520B21B0D1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077" b="9391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8D6153-9552-2418-0E45-DFD5B84CDE96}"/>
              </a:ext>
            </a:extLst>
          </p:cNvPr>
          <p:cNvCxnSpPr>
            <a:cxnSpLocks/>
          </p:cNvCxnSpPr>
          <p:nvPr/>
        </p:nvCxnSpPr>
        <p:spPr>
          <a:xfrm flipH="1">
            <a:off x="9085385" y="3429000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29392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246379-7CEB-6B75-4C59-73378CCD2A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AB1AFF7-75FD-9A7B-783C-FD4391F8623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85" b="7146"/>
          <a:stretch>
            <a:fillRect/>
          </a:stretch>
        </p:blipFill>
        <p:spPr>
          <a:xfrm>
            <a:off x="973015" y="799025"/>
            <a:ext cx="10773508" cy="60589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96EB576-0E3F-18BC-DAF1-9B2CE5E361C6}"/>
              </a:ext>
            </a:extLst>
          </p:cNvPr>
          <p:cNvSpPr txBox="1"/>
          <p:nvPr/>
        </p:nvSpPr>
        <p:spPr>
          <a:xfrm>
            <a:off x="3657600" y="214847"/>
            <a:ext cx="44910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installed successfully when you see this</a:t>
            </a:r>
          </a:p>
        </p:txBody>
      </p:sp>
    </p:spTree>
    <p:extLst>
      <p:ext uri="{BB962C8B-B14F-4D97-AF65-F5344CB8AC3E}">
        <p14:creationId xmlns:p14="http://schemas.microsoft.com/office/powerpoint/2010/main" val="7408871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86BB3B3-AFD2-C841-AD0D-BC240B0E0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FA9CC5-9069-FA4B-DAD0-82C28328FF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755" b="8713"/>
          <a:stretch>
            <a:fillRect/>
          </a:stretch>
        </p:blipFill>
        <p:spPr>
          <a:xfrm>
            <a:off x="-98542" y="2985"/>
            <a:ext cx="12188952" cy="685501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17C4F7D9-3434-4461-A167-798C7ABF0CAB}"/>
              </a:ext>
            </a:extLst>
          </p:cNvPr>
          <p:cNvCxnSpPr>
            <a:cxnSpLocks/>
          </p:cNvCxnSpPr>
          <p:nvPr/>
        </p:nvCxnSpPr>
        <p:spPr>
          <a:xfrm flipH="1">
            <a:off x="5146431" y="2368062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E206558-B51B-8DFA-97F1-E5B1757246CC}"/>
              </a:ext>
            </a:extLst>
          </p:cNvPr>
          <p:cNvCxnSpPr>
            <a:cxnSpLocks/>
          </p:cNvCxnSpPr>
          <p:nvPr/>
        </p:nvCxnSpPr>
        <p:spPr>
          <a:xfrm flipH="1">
            <a:off x="2801816" y="1025824"/>
            <a:ext cx="2344615" cy="679938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8579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51B6AE-B98A-5942-E39E-5975481E10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178DB83-648C-375C-B825-88577B9FF8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0017"/>
          <a:stretch>
            <a:fillRect/>
          </a:stretch>
        </p:blipFill>
        <p:spPr>
          <a:xfrm>
            <a:off x="1148861" y="957257"/>
            <a:ext cx="10492154" cy="59007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85ADA7-15A4-1FD9-F959-F5955025AA42}"/>
              </a:ext>
            </a:extLst>
          </p:cNvPr>
          <p:cNvSpPr txBox="1"/>
          <p:nvPr/>
        </p:nvSpPr>
        <p:spPr>
          <a:xfrm>
            <a:off x="3997569" y="293963"/>
            <a:ext cx="20045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Choose Full Setup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0F50A8E9-E223-43C9-25EB-9EC3A449A51C}"/>
              </a:ext>
            </a:extLst>
          </p:cNvPr>
          <p:cNvCxnSpPr>
            <a:cxnSpLocks/>
          </p:cNvCxnSpPr>
          <p:nvPr/>
        </p:nvCxnSpPr>
        <p:spPr>
          <a:xfrm flipH="1">
            <a:off x="5146431" y="1348154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9411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812967-5708-F389-8BCB-2228B8EBE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E10160-B294-65F6-D85A-B1956674B0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535" b="12455"/>
          <a:stretch>
            <a:fillRect/>
          </a:stretch>
        </p:blipFill>
        <p:spPr>
          <a:xfrm>
            <a:off x="1055077" y="937478"/>
            <a:ext cx="10527322" cy="5920522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5C0CD2D9-0F7E-D00C-0AE5-6C5626A0B704}"/>
              </a:ext>
            </a:extLst>
          </p:cNvPr>
          <p:cNvCxnSpPr>
            <a:cxnSpLocks/>
          </p:cNvCxnSpPr>
          <p:nvPr/>
        </p:nvCxnSpPr>
        <p:spPr>
          <a:xfrm flipH="1">
            <a:off x="3165232" y="3217800"/>
            <a:ext cx="1899138" cy="1359877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20713D4-FDAD-E6AA-E2B6-D1E59B88E63B}"/>
              </a:ext>
            </a:extLst>
          </p:cNvPr>
          <p:cNvSpPr txBox="1"/>
          <p:nvPr/>
        </p:nvSpPr>
        <p:spPr>
          <a:xfrm>
            <a:off x="3048000" y="492369"/>
            <a:ext cx="6655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Click Cowork, then Edit (you might need to scroll down to see Edit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9610D01C-9D86-0B8B-723E-BCADF8DE5563}"/>
              </a:ext>
            </a:extLst>
          </p:cNvPr>
          <p:cNvCxnSpPr>
            <a:cxnSpLocks/>
          </p:cNvCxnSpPr>
          <p:nvPr/>
        </p:nvCxnSpPr>
        <p:spPr>
          <a:xfrm>
            <a:off x="9026769" y="4431323"/>
            <a:ext cx="1148861" cy="1735015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52448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C72EDB-BF7A-D05D-6541-7C35B5F715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5A49C6E-EC7F-A42B-543A-CC73AFA8F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4368" y="597878"/>
            <a:ext cx="9958261" cy="6526924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94C709A5-5CB5-D8A2-4837-9959C8AF80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492809-E400-E384-084C-64ACA7BEEF83}"/>
              </a:ext>
            </a:extLst>
          </p:cNvPr>
          <p:cNvSpPr txBox="1"/>
          <p:nvPr/>
        </p:nvSpPr>
        <p:spPr>
          <a:xfrm>
            <a:off x="3458307" y="228546"/>
            <a:ext cx="29884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(Scroll down and) Click Save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1A92D32-8DE7-4B6C-1F76-49406015CDA2}"/>
              </a:ext>
            </a:extLst>
          </p:cNvPr>
          <p:cNvCxnSpPr>
            <a:cxnSpLocks/>
          </p:cNvCxnSpPr>
          <p:nvPr/>
        </p:nvCxnSpPr>
        <p:spPr>
          <a:xfrm>
            <a:off x="8428892" y="4173416"/>
            <a:ext cx="1148861" cy="1735015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54607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70A6E-BD5D-9E4E-3B26-6A14D6520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303E55D-32CF-A586-C1DC-95CF737CC531}"/>
              </a:ext>
            </a:extLst>
          </p:cNvPr>
          <p:cNvSpPr txBox="1"/>
          <p:nvPr/>
        </p:nvSpPr>
        <p:spPr>
          <a:xfrm>
            <a:off x="3153559" y="2189018"/>
            <a:ext cx="2989857" cy="9848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800" dirty="0"/>
              <a:t>In Codex</a:t>
            </a:r>
          </a:p>
        </p:txBody>
      </p:sp>
    </p:spTree>
    <p:extLst>
      <p:ext uri="{BB962C8B-B14F-4D97-AF65-F5344CB8AC3E}">
        <p14:creationId xmlns:p14="http://schemas.microsoft.com/office/powerpoint/2010/main" val="31190063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A7B47E5-8308-8E6C-D314-7CDA94F5030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680" b="1397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B31453F-7665-3852-5A9C-865288122DC9}"/>
              </a:ext>
            </a:extLst>
          </p:cNvPr>
          <p:cNvCxnSpPr>
            <a:cxnSpLocks/>
          </p:cNvCxnSpPr>
          <p:nvPr/>
        </p:nvCxnSpPr>
        <p:spPr>
          <a:xfrm flipH="1" flipV="1">
            <a:off x="1759352" y="1064871"/>
            <a:ext cx="2245489" cy="105329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73907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5C9128-9712-682D-5936-F2E02472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79084BC-1F60-7070-CADF-3E54D5325D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03" b="18954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1B59A28-72FE-80AB-2826-8863E7B98FA5}"/>
              </a:ext>
            </a:extLst>
          </p:cNvPr>
          <p:cNvCxnSpPr>
            <a:cxnSpLocks/>
          </p:cNvCxnSpPr>
          <p:nvPr/>
        </p:nvCxnSpPr>
        <p:spPr>
          <a:xfrm flipH="1" flipV="1">
            <a:off x="2268638" y="1481560"/>
            <a:ext cx="2245489" cy="105329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9988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67FE3D-7325-A8FC-F5D0-2D521EC0BB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A0BA125-D3E8-5DF0-ACD2-2DAC12BDD6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65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E6DCA726-77D6-7469-2E27-DF22030344EC}"/>
              </a:ext>
            </a:extLst>
          </p:cNvPr>
          <p:cNvCxnSpPr>
            <a:cxnSpLocks/>
          </p:cNvCxnSpPr>
          <p:nvPr/>
        </p:nvCxnSpPr>
        <p:spPr>
          <a:xfrm flipH="1">
            <a:off x="7974957" y="2511707"/>
            <a:ext cx="2141317" cy="917293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90870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9FFC13-E7A5-B806-B841-466AC386A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C02B042-7503-251D-BC62-C1AAD98CB6A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965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60F12D-E895-ED1B-C19D-5A56A82EFCFE}"/>
              </a:ext>
            </a:extLst>
          </p:cNvPr>
          <p:cNvCxnSpPr>
            <a:cxnSpLocks/>
          </p:cNvCxnSpPr>
          <p:nvPr/>
        </p:nvCxnSpPr>
        <p:spPr>
          <a:xfrm flipH="1">
            <a:off x="7974957" y="2511707"/>
            <a:ext cx="2141317" cy="917293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72074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8C5B97-C765-F6E1-2D82-DD6E2DC0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35243F5-A665-49A1-AFCF-1793A10475D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88" b="1836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C50AED2-55BE-4C4A-B197-FF0723DA3694}"/>
              </a:ext>
            </a:extLst>
          </p:cNvPr>
          <p:cNvCxnSpPr>
            <a:cxnSpLocks/>
          </p:cNvCxnSpPr>
          <p:nvPr/>
        </p:nvCxnSpPr>
        <p:spPr>
          <a:xfrm flipV="1">
            <a:off x="8539843" y="636815"/>
            <a:ext cx="1469571" cy="164918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0304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52A58C-C86B-4DA0-5C97-C0C7EA41B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A006364-BDE3-6BA9-1990-E20435C43C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178" b="13480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42FC021-1A27-BECB-1097-339D8CC0BC0E}"/>
              </a:ext>
            </a:extLst>
          </p:cNvPr>
          <p:cNvCxnSpPr>
            <a:cxnSpLocks/>
          </p:cNvCxnSpPr>
          <p:nvPr/>
        </p:nvCxnSpPr>
        <p:spPr>
          <a:xfrm flipV="1">
            <a:off x="5981838" y="845160"/>
            <a:ext cx="1469571" cy="164918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97985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01795C-5219-5894-9146-10AA682BA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A64C957-573B-210B-8F94-D46AF246C1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570" b="14088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A82B503-76E2-F8A5-2BC0-025637C542AB}"/>
              </a:ext>
            </a:extLst>
          </p:cNvPr>
          <p:cNvSpPr txBox="1"/>
          <p:nvPr/>
        </p:nvSpPr>
        <p:spPr>
          <a:xfrm>
            <a:off x="6096000" y="3429000"/>
            <a:ext cx="10999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Success!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D96B98-698C-75EB-4833-FA5C3899CB99}"/>
              </a:ext>
            </a:extLst>
          </p:cNvPr>
          <p:cNvCxnSpPr>
            <a:cxnSpLocks/>
          </p:cNvCxnSpPr>
          <p:nvPr/>
        </p:nvCxnSpPr>
        <p:spPr>
          <a:xfrm flipH="1" flipV="1">
            <a:off x="1729795" y="485517"/>
            <a:ext cx="2245489" cy="105329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69616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9480E3-936B-0AF5-9FD3-C84CF1698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95C10A3-65AB-15D1-55E5-450F16C7CCB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219" b="14439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725F218D-A669-550E-2EF1-82AA7C8E3B0B}"/>
              </a:ext>
            </a:extLst>
          </p:cNvPr>
          <p:cNvCxnSpPr>
            <a:cxnSpLocks/>
          </p:cNvCxnSpPr>
          <p:nvPr/>
        </p:nvCxnSpPr>
        <p:spPr>
          <a:xfrm flipH="1">
            <a:off x="8001000" y="2322584"/>
            <a:ext cx="2309769" cy="110641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411734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5935FC-B549-6F99-A3A3-883D6526F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F28512-786F-1A84-CD17-84EF26574D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411" b="11246"/>
          <a:stretch>
            <a:fillRect/>
          </a:stretch>
        </p:blipFill>
        <p:spPr>
          <a:xfrm>
            <a:off x="20" y="1282"/>
            <a:ext cx="12191980" cy="6856718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A5B3C75-CBCE-0CCC-5637-A01711283699}"/>
              </a:ext>
            </a:extLst>
          </p:cNvPr>
          <p:cNvCxnSpPr>
            <a:cxnSpLocks/>
          </p:cNvCxnSpPr>
          <p:nvPr/>
        </p:nvCxnSpPr>
        <p:spPr>
          <a:xfrm flipH="1">
            <a:off x="8001000" y="2322584"/>
            <a:ext cx="2309769" cy="1106416"/>
          </a:xfrm>
          <a:prstGeom prst="straightConnector1">
            <a:avLst/>
          </a:prstGeom>
          <a:ln w="635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7492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BEF662-C144-B49A-C8E7-B137B844FB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ECA8763-731D-291D-7CAF-9F2CB9F4C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8113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BEDA96-EE16-B8AB-BB2C-65C573407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89B5B6F3-A1D8-AB50-1917-C5EE5D0A9C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7187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18FF36-A670-4750-1A05-AF0A0C10F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182142A-F080-64C1-2510-C72B57E542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772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003135-CB52-4582-2A63-FFA6042A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66033B86-9E5F-FABF-727B-89DB8A6335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990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</TotalTime>
  <Words>114</Words>
  <Application>Microsoft Macintosh PowerPoint</Application>
  <PresentationFormat>Widescreen</PresentationFormat>
  <Paragraphs>25</Paragraphs>
  <Slides>27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Jack Cohen</dc:creator>
  <cp:lastModifiedBy>Jack Cohen</cp:lastModifiedBy>
  <cp:revision>8</cp:revision>
  <dcterms:created xsi:type="dcterms:W3CDTF">2026-06-11T04:14:02Z</dcterms:created>
  <dcterms:modified xsi:type="dcterms:W3CDTF">2026-06-12T12:37:34Z</dcterms:modified>
</cp:coreProperties>
</file>