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3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26"/>
    <p:restoredTop sz="94643"/>
  </p:normalViewPr>
  <p:slideViewPr>
    <p:cSldViewPr snapToGrid="0">
      <p:cViewPr varScale="1">
        <p:scale>
          <a:sx n="79" d="100"/>
          <a:sy n="79" d="100"/>
        </p:scale>
        <p:origin x="20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1FFBD-D25B-A740-A25D-698C2A34A14F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56D69-0E67-9A46-9165-5AE2513A5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0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E0C7-2E66-C90F-FA4D-3BAA8613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23EE0-594F-CA06-42A8-6A763D0D3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BA9D6-53C3-655B-7E75-657072C82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FAA12-021E-FC8F-5A6E-538554DC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9525-2E23-9CD5-6932-2F4B4C8C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07BBA-2E72-FDE0-2017-513E9186C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A0F51-DE46-3ABB-42C0-F0DDB0744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96E3C-A628-BD5D-8D56-F2C8B6B86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31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7C1B-4C87-1A5B-69BE-581DA542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57A50-0E68-1328-0CC3-7ABFAB4FC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B109A-B520-52EC-4A89-F28FE380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CD523-8673-E3E0-93D8-A5B09A623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1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8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BF90-646A-9F7C-2434-30DD9232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1D908-7C52-856F-E4EB-C9F4EAA70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3CB0C-0072-30E7-5496-B18D9672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6A18-B3A7-E973-1BB6-C216AE5AC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32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plugin add </a:t>
            </a:r>
            <a:r>
              <a:rPr lang="en-US" dirty="0" err="1"/>
              <a:t>managergpt@managergpt-marketplace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35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68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6087-D443-B4DB-2C92-16A30663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39F76-C51A-BE49-5CC3-9D7D77CD1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023CA-8114-F6A9-5D6D-3B88090A3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847D1-5287-F9BD-9C09-EB51B5AFC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6D69-0E67-9A46-9165-5AE2513A5F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6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BCAA-3D57-4019-A063-9BF3DD92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DBFE1-DA85-0159-B11B-1F2E93FC7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80D9-9C83-D0DE-2E2F-C67D5DB2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F16EB-F417-7F43-B6A6-3C7019D0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EE18-9C89-9DE2-FD37-73E10A52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3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CC73-7947-EEB7-63BA-E8E16EC9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75141-2799-6346-E945-2B31CAD96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6A84D-96B7-3154-23C4-AD0086EB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8491-3CF7-B0D2-C444-9F1AAADF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E7ADC-D7BF-B26A-B5A7-75586126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0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B294E-0961-A519-4CFC-B64ACA6C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3CB49-08F3-1B26-42AD-2EBE4BF32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25A3C-90BB-E4F1-6657-EF5D28DBD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4D86-CB6D-3E0B-CA66-D1114247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0954-43EE-0B4D-AE1E-6152744E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6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1E92-770D-81C8-7422-E31306E1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8BE22-F781-1AD4-94AE-D105683E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45726-6018-3888-387D-89C7B3546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B91E2-F4B3-2477-F0DB-7A66CA60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4A51D-B4E2-4AA8-B0BB-A59A362B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BEBB6-830A-612F-F874-B726E117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6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B457-9564-463D-1A48-41FF2062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F8F8-4799-5EE3-1BC2-2A25CD169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DD434-3B20-AFCD-B83F-54960DA26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AC75B-EB64-0655-69C8-5C4A3CA10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45A31-4756-B031-293B-7B30871F7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BB812-2EA3-C02F-A425-BEA367A9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7B38B-4FDF-FB29-A050-824C1795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00E3E-95EE-568A-3031-53722AAF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3927-0EC0-177E-8610-459E1370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0493A-61A4-7AF5-678C-FFA2B362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16706-1C5F-4A05-32C8-BC3C1DC3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F4436-D39A-AF4F-B23A-ABE85DEA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3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C67A0-D312-5A83-AC49-4B593D8B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A3894-7C2D-371C-E02F-4D156F12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592C4-CB3F-41FC-D3C6-5385874D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8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04AB-7C48-466E-FE5A-B93EC4AE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725E-27BB-7B5E-354A-AF21C9B1A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6E5B0-D075-70A5-1696-389424EBA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CC76C-1870-7122-3DCE-5C58CE16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8FB1D-D698-8374-EE5B-492E558C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4A676-D443-C25D-4FD2-48BFF180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7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05D8-7D06-6B60-6BDC-5E96DE8D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DEC76-118E-3050-A8D2-F50531BBE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F1474-687F-B16B-C46B-FEC917225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EA262-3FC9-D38A-17FE-F52127C0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199A0-188E-B5AF-6A1C-BB7F4C16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D93BE-D1AF-A3F1-E4A1-86713B13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7ABA-EA23-E4B1-91F4-794B0DA9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F6045-E905-E797-CBD5-3829B29CC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0835-70CD-DA73-EE89-FF18F8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6990-7957-BA15-EEF1-C0E65D2D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9073-D3EF-92E5-1314-BF59848A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3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17B05-C7E3-DFC8-099C-9455F72C4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D5482-C38F-A324-50E8-6F1681758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63F67-2951-672F-884A-C90E19A7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ADE11-C6FD-9968-3920-15691EF2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9324B-75CB-1EC2-7207-7774406E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2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B77A5-7D29-AB52-9DB0-04DBA0BC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A5747-E4E1-95CD-8838-593CFB61E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CDB3E-FF7A-1028-8A3E-410EB8168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FBDFB-1F23-B446-A0D5-6569F0562DB8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3FD53-8E45-B624-004D-72EDE0960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67EBC-D2E7-E9B8-2B6E-13C5E881B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59AF6-264D-3741-8801-1CD1306B9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FE1E9-A4CF-BAAB-D939-B557E575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69F7A1-90D0-D76F-492F-C939E54D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8F941-0F4D-BC20-B5B1-71DFE141F183}"/>
              </a:ext>
            </a:extLst>
          </p:cNvPr>
          <p:cNvSpPr txBox="1"/>
          <p:nvPr/>
        </p:nvSpPr>
        <p:spPr>
          <a:xfrm>
            <a:off x="3153559" y="2189018"/>
            <a:ext cx="588488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800" dirty="0"/>
              <a:t>In Claude </a:t>
            </a:r>
            <a:r>
              <a:rPr lang="en-US" sz="5800" dirty="0" err="1"/>
              <a:t>Cowork</a:t>
            </a:r>
            <a:endParaRPr lang="en-US" sz="5800" dirty="0"/>
          </a:p>
        </p:txBody>
      </p:sp>
    </p:spTree>
    <p:extLst>
      <p:ext uri="{BB962C8B-B14F-4D97-AF65-F5344CB8AC3E}">
        <p14:creationId xmlns:p14="http://schemas.microsoft.com/office/powerpoint/2010/main" val="193940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A7F0D-7EF5-D2C9-4A0A-E0C3AE40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1F09F2-FA7D-34C8-0C02-2C1209DB3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6CDB02-E60A-D11E-D5BE-27113BC31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5" b="860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5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DD6BF-5E88-0250-E776-6C1E3B52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D87B7-8B23-021A-7734-03D1F5474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5FE07B-4B7E-1BE1-E0CD-C1AFFEF0226F}"/>
              </a:ext>
            </a:extLst>
          </p:cNvPr>
          <p:cNvCxnSpPr>
            <a:cxnSpLocks/>
          </p:cNvCxnSpPr>
          <p:nvPr/>
        </p:nvCxnSpPr>
        <p:spPr>
          <a:xfrm flipH="1">
            <a:off x="2239108" y="1312985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3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27915-C1E5-C99B-F18E-DE7E3561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16D3A-493A-898B-0FE5-A9F02EFEA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7" b="999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BE37414-207B-69AF-CAE3-DFBE1DD72CCC}"/>
              </a:ext>
            </a:extLst>
          </p:cNvPr>
          <p:cNvCxnSpPr>
            <a:cxnSpLocks/>
          </p:cNvCxnSpPr>
          <p:nvPr/>
        </p:nvCxnSpPr>
        <p:spPr>
          <a:xfrm flipH="1" flipV="1">
            <a:off x="2813538" y="1617785"/>
            <a:ext cx="2004647" cy="113713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7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D3066-B687-D12A-68CE-82176DCF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77548-DC76-A108-0642-8C1BE9427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0" b="1037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F74ABB3-EAE4-73C3-4DD3-BD889733A14F}"/>
              </a:ext>
            </a:extLst>
          </p:cNvPr>
          <p:cNvCxnSpPr>
            <a:cxnSpLocks/>
          </p:cNvCxnSpPr>
          <p:nvPr/>
        </p:nvCxnSpPr>
        <p:spPr>
          <a:xfrm flipH="1">
            <a:off x="4196862" y="844062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44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67B68-A84F-42C0-B7CE-ED221512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6033D3-9416-E95D-6C7B-105443702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3" b="815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C597D5-E4B8-3D19-7E25-CCAB7538EEB8}"/>
              </a:ext>
            </a:extLst>
          </p:cNvPr>
          <p:cNvCxnSpPr>
            <a:cxnSpLocks/>
          </p:cNvCxnSpPr>
          <p:nvPr/>
        </p:nvCxnSpPr>
        <p:spPr>
          <a:xfrm flipH="1">
            <a:off x="5146431" y="2368062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21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39B4F-1069-721D-6671-89525AE1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DD175-40A2-D7DE-60C2-6C47CF666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68"/>
          <a:stretch>
            <a:fillRect/>
          </a:stretch>
        </p:blipFill>
        <p:spPr>
          <a:xfrm>
            <a:off x="820616" y="772653"/>
            <a:ext cx="10820400" cy="60853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C96BA2-0D34-C207-0D84-FD0829A01930}"/>
              </a:ext>
            </a:extLst>
          </p:cNvPr>
          <p:cNvSpPr txBox="1"/>
          <p:nvPr/>
        </p:nvSpPr>
        <p:spPr>
          <a:xfrm>
            <a:off x="2766646" y="201661"/>
            <a:ext cx="726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Copy/paste: https://</a:t>
            </a:r>
            <a:r>
              <a:rPr lang="en-US" dirty="0" err="1"/>
              <a:t>github.com</a:t>
            </a:r>
            <a:r>
              <a:rPr lang="en-US" dirty="0"/>
              <a:t>/jackcohen10/</a:t>
            </a:r>
            <a:r>
              <a:rPr lang="en-US" dirty="0" err="1"/>
              <a:t>managergpt</a:t>
            </a:r>
            <a:r>
              <a:rPr lang="en-US" dirty="0"/>
              <a:t>-marketplace</a:t>
            </a:r>
          </a:p>
        </p:txBody>
      </p:sp>
    </p:spTree>
    <p:extLst>
      <p:ext uri="{BB962C8B-B14F-4D97-AF65-F5344CB8AC3E}">
        <p14:creationId xmlns:p14="http://schemas.microsoft.com/office/powerpoint/2010/main" val="205895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58EFE-CF24-2F32-025A-77529D4F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35F798-CDC7-69E6-4CEC-520B21B0D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7" b="939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8D6153-9552-2418-0E45-DFD5B84CDE96}"/>
              </a:ext>
            </a:extLst>
          </p:cNvPr>
          <p:cNvCxnSpPr>
            <a:cxnSpLocks/>
          </p:cNvCxnSpPr>
          <p:nvPr/>
        </p:nvCxnSpPr>
        <p:spPr>
          <a:xfrm flipH="1">
            <a:off x="9085385" y="3429000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93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46379-7CEB-6B75-4C59-73378CCD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B1AFF7-75FD-9A7B-783C-FD4391F8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5" b="7146"/>
          <a:stretch>
            <a:fillRect/>
          </a:stretch>
        </p:blipFill>
        <p:spPr>
          <a:xfrm>
            <a:off x="973015" y="799025"/>
            <a:ext cx="10773508" cy="6058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6EB576-0E3F-18BC-DAF1-9B2CE5E361C6}"/>
              </a:ext>
            </a:extLst>
          </p:cNvPr>
          <p:cNvSpPr txBox="1"/>
          <p:nvPr/>
        </p:nvSpPr>
        <p:spPr>
          <a:xfrm>
            <a:off x="3657600" y="214847"/>
            <a:ext cx="449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installed successfully when you see this</a:t>
            </a:r>
          </a:p>
        </p:txBody>
      </p:sp>
    </p:spTree>
    <p:extLst>
      <p:ext uri="{BB962C8B-B14F-4D97-AF65-F5344CB8AC3E}">
        <p14:creationId xmlns:p14="http://schemas.microsoft.com/office/powerpoint/2010/main" val="74088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BB3B3-AFD2-C841-AD0D-BC240B0E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A9CC5-9069-FA4B-DAD0-82C28328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55" b="8713"/>
          <a:stretch>
            <a:fillRect/>
          </a:stretch>
        </p:blipFill>
        <p:spPr>
          <a:xfrm>
            <a:off x="-98542" y="2985"/>
            <a:ext cx="12188952" cy="685501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7C4F7D9-3434-4461-A167-798C7ABF0CAB}"/>
              </a:ext>
            </a:extLst>
          </p:cNvPr>
          <p:cNvCxnSpPr>
            <a:cxnSpLocks/>
          </p:cNvCxnSpPr>
          <p:nvPr/>
        </p:nvCxnSpPr>
        <p:spPr>
          <a:xfrm flipH="1">
            <a:off x="5146431" y="2368062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206558-B51B-8DFA-97F1-E5B1757246CC}"/>
              </a:ext>
            </a:extLst>
          </p:cNvPr>
          <p:cNvCxnSpPr>
            <a:cxnSpLocks/>
          </p:cNvCxnSpPr>
          <p:nvPr/>
        </p:nvCxnSpPr>
        <p:spPr>
          <a:xfrm flipH="1">
            <a:off x="2801816" y="1025824"/>
            <a:ext cx="2344615" cy="67993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7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B6AE-B98A-5942-E39E-5975481E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8DB83-648C-375C-B825-88577B9FF8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1148861" y="957257"/>
            <a:ext cx="10492154" cy="5900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85ADA7-15A4-1FD9-F959-F5955025AA42}"/>
              </a:ext>
            </a:extLst>
          </p:cNvPr>
          <p:cNvSpPr txBox="1"/>
          <p:nvPr/>
        </p:nvSpPr>
        <p:spPr>
          <a:xfrm>
            <a:off x="3997569" y="293963"/>
            <a:ext cx="200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Choose Full Setup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F50A8E9-E223-43C9-25EB-9EC3A449A51C}"/>
              </a:ext>
            </a:extLst>
          </p:cNvPr>
          <p:cNvCxnSpPr>
            <a:cxnSpLocks/>
          </p:cNvCxnSpPr>
          <p:nvPr/>
        </p:nvCxnSpPr>
        <p:spPr>
          <a:xfrm flipH="1">
            <a:off x="5146431" y="1348154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941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12967-5708-F389-8BCB-2228B8EB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E10160-B294-65F6-D85A-B1956674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35" b="12455"/>
          <a:stretch>
            <a:fillRect/>
          </a:stretch>
        </p:blipFill>
        <p:spPr>
          <a:xfrm>
            <a:off x="1055077" y="937478"/>
            <a:ext cx="10527322" cy="592052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0CD2D9-0F7E-D00C-0AE5-6C5626A0B704}"/>
              </a:ext>
            </a:extLst>
          </p:cNvPr>
          <p:cNvCxnSpPr>
            <a:cxnSpLocks/>
          </p:cNvCxnSpPr>
          <p:nvPr/>
        </p:nvCxnSpPr>
        <p:spPr>
          <a:xfrm flipH="1">
            <a:off x="3165232" y="3217800"/>
            <a:ext cx="1899138" cy="135987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0713D4-FDAD-E6AA-E2B6-D1E59B88E63B}"/>
              </a:ext>
            </a:extLst>
          </p:cNvPr>
          <p:cNvSpPr txBox="1"/>
          <p:nvPr/>
        </p:nvSpPr>
        <p:spPr>
          <a:xfrm>
            <a:off x="3048000" y="492369"/>
            <a:ext cx="6655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Cowork, then Edit (you might need to scroll down to see Edit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10D01C-9D86-0B8B-723E-BCADF8DE5563}"/>
              </a:ext>
            </a:extLst>
          </p:cNvPr>
          <p:cNvCxnSpPr>
            <a:cxnSpLocks/>
          </p:cNvCxnSpPr>
          <p:nvPr/>
        </p:nvCxnSpPr>
        <p:spPr>
          <a:xfrm>
            <a:off x="9026769" y="4431323"/>
            <a:ext cx="1148861" cy="173501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244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72EDB-BF7A-D05D-6541-7C35B5F71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A49C6E-EC7F-A42B-543A-CC73AFA8F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368" y="597878"/>
            <a:ext cx="9958261" cy="652692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4C709A5-5CB5-D8A2-4837-9959C8AF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92809-E400-E384-084C-64ACA7BEEF83}"/>
              </a:ext>
            </a:extLst>
          </p:cNvPr>
          <p:cNvSpPr txBox="1"/>
          <p:nvPr/>
        </p:nvSpPr>
        <p:spPr>
          <a:xfrm>
            <a:off x="3458307" y="228546"/>
            <a:ext cx="298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(Scroll down and) Click Save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A92D32-8DE7-4B6C-1F76-49406015CDA2}"/>
              </a:ext>
            </a:extLst>
          </p:cNvPr>
          <p:cNvCxnSpPr>
            <a:cxnSpLocks/>
          </p:cNvCxnSpPr>
          <p:nvPr/>
        </p:nvCxnSpPr>
        <p:spPr>
          <a:xfrm>
            <a:off x="8428892" y="4173416"/>
            <a:ext cx="1148861" cy="173501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46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70A6E-BD5D-9E4E-3B26-6A14D652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3E55D-32CF-A586-C1DC-95CF737CC531}"/>
              </a:ext>
            </a:extLst>
          </p:cNvPr>
          <p:cNvSpPr txBox="1"/>
          <p:nvPr/>
        </p:nvSpPr>
        <p:spPr>
          <a:xfrm>
            <a:off x="3153559" y="2189018"/>
            <a:ext cx="298985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800" dirty="0"/>
              <a:t>In Codex</a:t>
            </a:r>
          </a:p>
        </p:txBody>
      </p:sp>
    </p:spTree>
    <p:extLst>
      <p:ext uri="{BB962C8B-B14F-4D97-AF65-F5344CB8AC3E}">
        <p14:creationId xmlns:p14="http://schemas.microsoft.com/office/powerpoint/2010/main" val="3119006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7B47E5-8308-8E6C-D314-7CDA94F5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80" b="1397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31453F-7665-3852-5A9C-865288122DC9}"/>
              </a:ext>
            </a:extLst>
          </p:cNvPr>
          <p:cNvCxnSpPr>
            <a:cxnSpLocks/>
          </p:cNvCxnSpPr>
          <p:nvPr/>
        </p:nvCxnSpPr>
        <p:spPr>
          <a:xfrm flipH="1" flipV="1">
            <a:off x="1759352" y="1064871"/>
            <a:ext cx="2245489" cy="105329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9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C9128-9712-682D-5936-F2E02472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084BC-1F60-7070-CADF-3E54D5325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3" b="189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B59A28-72FE-80AB-2826-8863E7B98FA5}"/>
              </a:ext>
            </a:extLst>
          </p:cNvPr>
          <p:cNvCxnSpPr>
            <a:cxnSpLocks/>
          </p:cNvCxnSpPr>
          <p:nvPr/>
        </p:nvCxnSpPr>
        <p:spPr>
          <a:xfrm flipH="1" flipV="1">
            <a:off x="10352315" y="1763485"/>
            <a:ext cx="898071" cy="177981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AA0223-3C8F-33F5-6FAC-83313CC7E8F1}"/>
              </a:ext>
            </a:extLst>
          </p:cNvPr>
          <p:cNvCxnSpPr>
            <a:cxnSpLocks/>
          </p:cNvCxnSpPr>
          <p:nvPr/>
        </p:nvCxnSpPr>
        <p:spPr>
          <a:xfrm flipH="1" flipV="1">
            <a:off x="9296401" y="2539092"/>
            <a:ext cx="898071" cy="177981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998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7FE3D-7325-A8FC-F5D0-2D521EC0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0BA125-D3E8-5DF0-ACD2-2DAC12BDD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65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6DCA726-77D6-7469-2E27-DF22030344EC}"/>
              </a:ext>
            </a:extLst>
          </p:cNvPr>
          <p:cNvCxnSpPr>
            <a:cxnSpLocks/>
          </p:cNvCxnSpPr>
          <p:nvPr/>
        </p:nvCxnSpPr>
        <p:spPr>
          <a:xfrm flipH="1">
            <a:off x="7974957" y="2511707"/>
            <a:ext cx="2141317" cy="91729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87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FFC13-E7A5-B806-B841-466AC386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02B042-7503-251D-BC62-C1AAD98C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65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60F12D-E895-ED1B-C19D-5A56A82EFCFE}"/>
              </a:ext>
            </a:extLst>
          </p:cNvPr>
          <p:cNvCxnSpPr>
            <a:cxnSpLocks/>
          </p:cNvCxnSpPr>
          <p:nvPr/>
        </p:nvCxnSpPr>
        <p:spPr>
          <a:xfrm flipH="1">
            <a:off x="7974957" y="2511707"/>
            <a:ext cx="2141317" cy="91729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31E48E6-34BD-8959-4CEA-FBEFD73E01A6}"/>
              </a:ext>
            </a:extLst>
          </p:cNvPr>
          <p:cNvCxnSpPr>
            <a:cxnSpLocks/>
          </p:cNvCxnSpPr>
          <p:nvPr/>
        </p:nvCxnSpPr>
        <p:spPr>
          <a:xfrm flipH="1">
            <a:off x="8813157" y="4835807"/>
            <a:ext cx="2141317" cy="91729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207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C5B97-C765-F6E1-2D82-DD6E2DC0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243F5-A665-49A1-AFCF-1793A1047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8" b="1836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50AED2-55BE-4C4A-B197-FF0723DA3694}"/>
              </a:ext>
            </a:extLst>
          </p:cNvPr>
          <p:cNvCxnSpPr>
            <a:cxnSpLocks/>
          </p:cNvCxnSpPr>
          <p:nvPr/>
        </p:nvCxnSpPr>
        <p:spPr>
          <a:xfrm flipV="1">
            <a:off x="8539843" y="636815"/>
            <a:ext cx="1469571" cy="164918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030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2A58C-C86B-4DA0-5C97-C0C7EA41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006364-BDE3-6BA9-1990-E20435C4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8" b="1348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2FC021-1A27-BECB-1097-339D8CC0BC0E}"/>
              </a:ext>
            </a:extLst>
          </p:cNvPr>
          <p:cNvCxnSpPr>
            <a:cxnSpLocks/>
          </p:cNvCxnSpPr>
          <p:nvPr/>
        </p:nvCxnSpPr>
        <p:spPr>
          <a:xfrm flipV="1">
            <a:off x="5981838" y="845160"/>
            <a:ext cx="1469571" cy="164918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798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1795C-5219-5894-9146-10AA682B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64C957-573B-210B-8F94-D46AF246C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0" b="1408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82B503-76E2-F8A5-2BC0-025637C542AB}"/>
              </a:ext>
            </a:extLst>
          </p:cNvPr>
          <p:cNvSpPr txBox="1"/>
          <p:nvPr/>
        </p:nvSpPr>
        <p:spPr>
          <a:xfrm>
            <a:off x="6096000" y="342900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D96B98-698C-75EB-4833-FA5C3899CB99}"/>
              </a:ext>
            </a:extLst>
          </p:cNvPr>
          <p:cNvCxnSpPr>
            <a:cxnSpLocks/>
          </p:cNvCxnSpPr>
          <p:nvPr/>
        </p:nvCxnSpPr>
        <p:spPr>
          <a:xfrm flipH="1" flipV="1">
            <a:off x="1729795" y="485517"/>
            <a:ext cx="2245489" cy="105329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61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480E3-936B-0AF5-9FD3-C84CF169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5C10A3-65AB-15D1-55E5-450F16C7CC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19" b="1443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25F218D-A669-550E-2EF1-82AA7C8E3B0B}"/>
              </a:ext>
            </a:extLst>
          </p:cNvPr>
          <p:cNvCxnSpPr>
            <a:cxnSpLocks/>
          </p:cNvCxnSpPr>
          <p:nvPr/>
        </p:nvCxnSpPr>
        <p:spPr>
          <a:xfrm flipH="1">
            <a:off x="8001000" y="2322584"/>
            <a:ext cx="2309769" cy="110641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117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935FC-B549-6F99-A3A3-883D6526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28512-786F-1A84-CD17-84EF2657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11" b="112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5B3C75-CBCE-0CCC-5637-A01711283699}"/>
              </a:ext>
            </a:extLst>
          </p:cNvPr>
          <p:cNvCxnSpPr>
            <a:cxnSpLocks/>
          </p:cNvCxnSpPr>
          <p:nvPr/>
        </p:nvCxnSpPr>
        <p:spPr>
          <a:xfrm flipH="1">
            <a:off x="8001000" y="2322584"/>
            <a:ext cx="2309769" cy="110641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749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EF662-C144-B49A-C8E7-B137B844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FA25E4-237F-EF9E-68D8-45241B13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6" b="1869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1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111</Words>
  <Application>Microsoft Macintosh PowerPoint</Application>
  <PresentationFormat>Widescreen</PresentationFormat>
  <Paragraphs>22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Cohen</dc:creator>
  <cp:lastModifiedBy>Jack Cohen</cp:lastModifiedBy>
  <cp:revision>11</cp:revision>
  <dcterms:created xsi:type="dcterms:W3CDTF">2026-06-11T04:14:02Z</dcterms:created>
  <dcterms:modified xsi:type="dcterms:W3CDTF">2026-06-12T13:05:29Z</dcterms:modified>
</cp:coreProperties>
</file>